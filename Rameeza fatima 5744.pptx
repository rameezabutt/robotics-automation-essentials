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6" r:id="rId1"/>
  </p:sldMasterIdLst>
  <p:notesMasterIdLst>
    <p:notesMasterId r:id="rId17"/>
  </p:notesMasterIdLst>
  <p:sldIdLst>
    <p:sldId id="269" r:id="rId2"/>
    <p:sldId id="256" r:id="rId3"/>
    <p:sldId id="257" r:id="rId4"/>
    <p:sldId id="258" r:id="rId5"/>
    <p:sldId id="261" r:id="rId6"/>
    <p:sldId id="259" r:id="rId7"/>
    <p:sldId id="260" r:id="rId8"/>
    <p:sldId id="267" r:id="rId9"/>
    <p:sldId id="262" r:id="rId10"/>
    <p:sldId id="266" r:id="rId11"/>
    <p:sldId id="268" r:id="rId12"/>
    <p:sldId id="264" r:id="rId13"/>
    <p:sldId id="263" r:id="rId14"/>
    <p:sldId id="265" r:id="rId15"/>
    <p:sldId id="27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902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778FC-5C2A-46E1-B9FE-559805697341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96C7E-4633-4F95-9734-F6F3811095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76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96C7E-4633-4F95-9734-F6F3811095D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31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smtClean="0"/>
              <a:t>kkkkkkkkkkkkkkkkkkko</a:t>
            </a:r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7296C7E-4633-4F95-9734-F6F3811095D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79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F57AA6A0-607D-4431-AD69-BFBE844B3C3F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5EAD5E4-D99C-43B0-9FE9-E500B7FF083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vundavallishreya/robotics-project-ppt" TargetMode="External"/><Relationship Id="rId2" Type="http://schemas.openxmlformats.org/officeDocument/2006/relationships/hyperlink" Target="https://www.brainyquote.com/topics/robots-quot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toman.com/en-us/application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half" idx="2"/>
          </p:nvPr>
        </p:nvSpPr>
        <p:spPr>
          <a:xfrm>
            <a:off x="1371600" y="5334000"/>
            <a:ext cx="7315200" cy="800632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Baskerville Old Face" pitchFamily="18" charset="0"/>
              </a:rPr>
              <a:t>SEMESTER # 7</a:t>
            </a:r>
            <a:r>
              <a:rPr lang="en-US" sz="2000" baseline="30000" dirty="0" smtClean="0">
                <a:latin typeface="Baskerville Old Face" pitchFamily="18" charset="0"/>
              </a:rPr>
              <a:t>TH</a:t>
            </a:r>
            <a:r>
              <a:rPr lang="en-US" sz="2000" dirty="0" smtClean="0">
                <a:latin typeface="Baskerville Old Face" pitchFamily="18" charset="0"/>
              </a:rPr>
              <a:t> </a:t>
            </a:r>
          </a:p>
          <a:p>
            <a:r>
              <a:rPr lang="en-US" sz="2000" dirty="0" smtClean="0">
                <a:latin typeface="Baskerville Old Face" pitchFamily="18" charset="0"/>
              </a:rPr>
              <a:t>   DEP#  BIOTECHNOLOGY &amp;BIOINFORMATICS </a:t>
            </a:r>
          </a:p>
          <a:p>
            <a:r>
              <a:rPr lang="en-US" sz="2000" dirty="0" smtClean="0">
                <a:latin typeface="Baskerville Old Face" pitchFamily="18" charset="0"/>
              </a:rPr>
              <a:t>  GOVERNMENT COLLAGE UNIVERSITY FSD</a:t>
            </a:r>
            <a:r>
              <a:rPr lang="en-US" sz="2000" dirty="0" smtClean="0"/>
              <a:t>   </a:t>
            </a:r>
            <a:endParaRPr lang="en-US" sz="2000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b="1" dirty="0" smtClean="0">
                <a:effectLst/>
              </a:rPr>
              <a:t>RAMEEZA FATIMA ( 5744 )</a:t>
            </a:r>
            <a:endParaRPr lang="en-US" sz="3600" b="1" dirty="0">
              <a:effectLst/>
            </a:endParaRPr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94" b="33294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28600"/>
            <a:ext cx="6629400" cy="441156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11791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ROBOTICS:-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600200"/>
            <a:ext cx="3081867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343400"/>
            <a:ext cx="2944108" cy="220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5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3748288"/>
            <a:ext cx="27051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2441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80841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Contents:-</a:t>
            </a:r>
            <a:endParaRPr lang="en-US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825626" y="623016"/>
            <a:ext cx="3352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Robotics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776354" y="3352800"/>
            <a:ext cx="3363191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Robotics </a:t>
            </a:r>
          </a:p>
          <a:p>
            <a:pPr algn="ctr"/>
            <a:r>
              <a:rPr lang="en-US" dirty="0" smtClean="0"/>
              <a:t>Technology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825626" y="2021446"/>
            <a:ext cx="3352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Robotics </a:t>
            </a:r>
          </a:p>
          <a:p>
            <a:pPr algn="ctr"/>
            <a:r>
              <a:rPr lang="en-US" dirty="0" smtClean="0"/>
              <a:t>History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813503" y="4572000"/>
            <a:ext cx="3377046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Types of </a:t>
            </a:r>
            <a:r>
              <a:rPr lang="en-US" dirty="0" err="1" smtClean="0"/>
              <a:t>Robote</a:t>
            </a:r>
            <a:endParaRPr lang="en-US" dirty="0" smtClean="0"/>
          </a:p>
          <a:p>
            <a:pPr algn="ctr"/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259983"/>
            <a:ext cx="3679594" cy="3830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6457949" y="1308816"/>
            <a:ext cx="0" cy="5961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6479755" y="2756616"/>
            <a:ext cx="0" cy="5961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6525365" y="4038600"/>
            <a:ext cx="0" cy="59618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719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 smtClean="0"/>
              <a:t>A re-programmable, </a:t>
            </a:r>
            <a:r>
              <a:rPr lang="en-US" sz="1800" dirty="0" smtClean="0"/>
              <a:t>multifunctional ,automatics industrial machine designed to replace human in hazardous work.</a:t>
            </a:r>
          </a:p>
          <a:p>
            <a:r>
              <a:rPr lang="en-US" sz="1800" dirty="0" smtClean="0"/>
              <a:t>It can be used as :-</a:t>
            </a:r>
          </a:p>
          <a:p>
            <a:r>
              <a:rPr lang="en-US" sz="1800" dirty="0" smtClean="0"/>
              <a:t>-An automatic machine sweeper.</a:t>
            </a:r>
          </a:p>
          <a:p>
            <a:r>
              <a:rPr lang="en-US" sz="1800" dirty="0" smtClean="0"/>
              <a:t>-An automatic car for a child to play with.</a:t>
            </a:r>
          </a:p>
          <a:p>
            <a:r>
              <a:rPr lang="en-US" sz="1800" dirty="0" smtClean="0"/>
              <a:t>-A machine removing mines in a war field in space.</a:t>
            </a:r>
          </a:p>
          <a:p>
            <a:r>
              <a:rPr lang="en-US" sz="1800" dirty="0" smtClean="0"/>
              <a:t>-In military, and many more..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35777"/>
            <a:ext cx="8229600" cy="1143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latin typeface="Algerian" pitchFamily="82" charset="0"/>
              </a:rPr>
              <a:t>What is Robot..?</a:t>
            </a:r>
            <a:endParaRPr lang="en-US" dirty="0">
              <a:solidFill>
                <a:schemeClr val="accent1"/>
              </a:solidFill>
              <a:latin typeface="Algerian" pitchFamily="82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1688" y="4419600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1442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26473" y="1467473"/>
            <a:ext cx="8229600" cy="4525963"/>
          </a:xfrm>
        </p:spPr>
        <p:txBody>
          <a:bodyPr>
            <a:normAutofit/>
          </a:bodyPr>
          <a:lstStyle/>
          <a:p>
            <a:r>
              <a:rPr lang="en-US" sz="1800" dirty="0" smtClean="0"/>
              <a:t>Robotics is science of designing or building an application of robots. Simply, Robotics may be defines as “The study of Robots”.</a:t>
            </a:r>
          </a:p>
          <a:p>
            <a:r>
              <a:rPr lang="en-US" sz="1800" dirty="0" smtClean="0"/>
              <a:t>The aim of robotics is to design an efficient robot.</a:t>
            </a:r>
          </a:p>
          <a:p>
            <a:r>
              <a:rPr lang="en-US" dirty="0" smtClean="0">
                <a:solidFill>
                  <a:schemeClr val="accent1"/>
                </a:solidFill>
              </a:rPr>
              <a:t>WHY IS ROBOTICS NEEDED..?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 smtClean="0"/>
              <a:t>Robotics is needed because:-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/>
              <a:t>Speed.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/>
              <a:t>Can work in hazardous/dangerous temperature.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/>
              <a:t>Can do repetitive tasks.</a:t>
            </a:r>
          </a:p>
          <a:p>
            <a:pPr>
              <a:buFont typeface="Wingdings" pitchFamily="2" charset="2"/>
              <a:buChar char="§"/>
            </a:pPr>
            <a:r>
              <a:rPr lang="en-US" sz="1800" dirty="0" smtClean="0"/>
              <a:t>Can do work with accuracy</a:t>
            </a:r>
            <a:r>
              <a:rPr lang="en-US" dirty="0" smtClean="0"/>
              <a:t>. 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WHAT IS ROBOTICS..?</a:t>
            </a:r>
            <a:endParaRPr lang="en-US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983" y="4191000"/>
            <a:ext cx="3254829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5375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Arrow 4"/>
          <p:cNvSpPr/>
          <p:nvPr/>
        </p:nvSpPr>
        <p:spPr>
          <a:xfrm>
            <a:off x="1066800" y="1066800"/>
            <a:ext cx="3810000" cy="1447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First use of the word “Robotics”</a:t>
            </a:r>
            <a:endParaRPr lang="en-US" dirty="0"/>
          </a:p>
        </p:txBody>
      </p:sp>
      <p:sp>
        <p:nvSpPr>
          <p:cNvPr id="6" name="Right Arrow 5"/>
          <p:cNvSpPr/>
          <p:nvPr/>
        </p:nvSpPr>
        <p:spPr>
          <a:xfrm>
            <a:off x="1066800" y="2819400"/>
            <a:ext cx="3810000" cy="1447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Three Laws of “Robotics”</a:t>
            </a:r>
            <a:endParaRPr lang="en-US" dirty="0"/>
          </a:p>
        </p:txBody>
      </p:sp>
      <p:sp>
        <p:nvSpPr>
          <p:cNvPr id="7" name="Right Arrow 6"/>
          <p:cNvSpPr/>
          <p:nvPr/>
        </p:nvSpPr>
        <p:spPr>
          <a:xfrm>
            <a:off x="1066800" y="4707082"/>
            <a:ext cx="3810000" cy="1447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The first Robot “Ultimate”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02827" y="304800"/>
            <a:ext cx="513794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dirty="0">
                <a:latin typeface="Algerian" pitchFamily="82" charset="0"/>
              </a:rPr>
              <a:t>ROBOTICS HISTORY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081754"/>
            <a:ext cx="2857500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9325" y="3978499"/>
            <a:ext cx="2619375" cy="174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8579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Three Laws of Robotics:-</a:t>
            </a:r>
            <a:endParaRPr lang="en-US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 smtClean="0"/>
          </a:p>
          <a:p>
            <a:endParaRPr lang="en-US" dirty="0"/>
          </a:p>
          <a:p>
            <a:pPr marL="109728" indent="0">
              <a:buNone/>
            </a:pPr>
            <a:endParaRPr lang="en-US" dirty="0"/>
          </a:p>
          <a:p>
            <a:pPr marL="109728" indent="0">
              <a:buNone/>
            </a:pPr>
            <a:r>
              <a:rPr lang="en-US" dirty="0" smtClean="0"/>
              <a:t>Asimov </a:t>
            </a:r>
            <a:r>
              <a:rPr lang="en-US" sz="2000" dirty="0" smtClean="0"/>
              <a:t>also proposed his three “Laws of </a:t>
            </a:r>
            <a:r>
              <a:rPr lang="en-US" sz="2000" dirty="0" err="1" smtClean="0"/>
              <a:t>Robotics”,and</a:t>
            </a:r>
            <a:r>
              <a:rPr lang="en-US" sz="2000" dirty="0" smtClean="0"/>
              <a:t> he later added a “</a:t>
            </a:r>
            <a:r>
              <a:rPr lang="en-US" sz="2000" dirty="0" err="1" smtClean="0"/>
              <a:t>zeroth</a:t>
            </a:r>
            <a:r>
              <a:rPr lang="en-US" sz="2000" dirty="0" smtClean="0"/>
              <a:t> law.”</a:t>
            </a:r>
          </a:p>
          <a:p>
            <a:r>
              <a:rPr lang="en-US" dirty="0" err="1" smtClean="0"/>
              <a:t>Zeroth</a:t>
            </a:r>
            <a:r>
              <a:rPr lang="en-US" dirty="0" smtClean="0"/>
              <a:t> Law </a:t>
            </a:r>
            <a:r>
              <a:rPr lang="en-US" sz="2800" dirty="0" smtClean="0"/>
              <a:t>:</a:t>
            </a:r>
            <a:r>
              <a:rPr lang="en-US" sz="1900" dirty="0" smtClean="0"/>
              <a:t> A robot may not injure </a:t>
            </a:r>
            <a:r>
              <a:rPr lang="en-US" sz="1900" dirty="0" err="1" smtClean="0"/>
              <a:t>humanity,or</a:t>
            </a:r>
            <a:r>
              <a:rPr lang="en-US" sz="1900" dirty="0" smtClean="0"/>
              <a:t> through </a:t>
            </a:r>
            <a:r>
              <a:rPr lang="en-US" sz="1900" dirty="0" err="1" smtClean="0"/>
              <a:t>inaction,allow</a:t>
            </a:r>
            <a:r>
              <a:rPr lang="en-US" sz="1900" dirty="0" smtClean="0"/>
              <a:t> humanity to come to harm.</a:t>
            </a:r>
          </a:p>
          <a:p>
            <a:r>
              <a:rPr lang="en-US" dirty="0" smtClean="0"/>
              <a:t>First Law : </a:t>
            </a:r>
            <a:r>
              <a:rPr lang="en-US" sz="1800" dirty="0"/>
              <a:t>A robot may not injure </a:t>
            </a:r>
            <a:r>
              <a:rPr lang="en-US" sz="1800" dirty="0" err="1"/>
              <a:t>humanity,or</a:t>
            </a:r>
            <a:r>
              <a:rPr lang="en-US" sz="1800" dirty="0"/>
              <a:t> through </a:t>
            </a:r>
            <a:r>
              <a:rPr lang="en-US" sz="1800" dirty="0" err="1"/>
              <a:t>inaction,allow</a:t>
            </a:r>
            <a:r>
              <a:rPr lang="en-US" sz="1800" dirty="0"/>
              <a:t> humanity to come to </a:t>
            </a:r>
            <a:r>
              <a:rPr lang="en-US" sz="1800" dirty="0" err="1" smtClean="0"/>
              <a:t>harm,unless</a:t>
            </a:r>
            <a:r>
              <a:rPr lang="en-US" sz="1800" dirty="0" smtClean="0"/>
              <a:t> this would violate a higher order law.</a:t>
            </a:r>
          </a:p>
          <a:p>
            <a:r>
              <a:rPr lang="en-US" dirty="0" smtClean="0"/>
              <a:t>Third Law : </a:t>
            </a:r>
            <a:r>
              <a:rPr lang="en-US" sz="1800" dirty="0" smtClean="0"/>
              <a:t>A robot must protect its own existence as long as such protection does not conflict with </a:t>
            </a:r>
            <a:r>
              <a:rPr lang="en-US" sz="1800" dirty="0" err="1" smtClean="0"/>
              <a:t>ahigher</a:t>
            </a:r>
            <a:r>
              <a:rPr lang="en-US" sz="1800" dirty="0" smtClean="0"/>
              <a:t> order law.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2175656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0975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latin typeface="Algerian" pitchFamily="82" charset="0"/>
              </a:rPr>
              <a:t>The First Robot “UNIMATE”</a:t>
            </a:r>
            <a:endParaRPr lang="en-US" dirty="0">
              <a:solidFill>
                <a:schemeClr val="accent1"/>
              </a:solidFill>
              <a:latin typeface="Algerian" pitchFamily="82" charset="0"/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05000"/>
            <a:ext cx="3200400" cy="212200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191000"/>
            <a:ext cx="3077408" cy="2047875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969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Most </a:t>
            </a:r>
            <a:r>
              <a:rPr lang="en-US" dirty="0" err="1"/>
              <a:t>I</a:t>
            </a:r>
            <a:r>
              <a:rPr lang="en-US" dirty="0" err="1" smtClean="0"/>
              <a:t>ndustrail</a:t>
            </a:r>
            <a:r>
              <a:rPr lang="en-US" dirty="0" smtClean="0"/>
              <a:t> robots have at least the following five parts: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latin typeface="Algerian" pitchFamily="82" charset="0"/>
              </a:rPr>
              <a:t>ROBOTICS TECHNOLOGY</a:t>
            </a:r>
            <a:endParaRPr lang="en-US" dirty="0">
              <a:solidFill>
                <a:schemeClr val="accent1"/>
              </a:solidFill>
              <a:latin typeface="Algerian" pitchFamily="82" charset="0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591352" y="3733800"/>
            <a:ext cx="1112949" cy="4572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588131" y="4341254"/>
            <a:ext cx="1112949" cy="4572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588132" y="3124200"/>
            <a:ext cx="1112949" cy="4572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88132" y="2590800"/>
            <a:ext cx="1112949" cy="4572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311758" y="2728973"/>
            <a:ext cx="4572000" cy="2585323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b="1" dirty="0"/>
              <a:t>Sensors </a:t>
            </a:r>
            <a:endParaRPr lang="en-US" b="1" dirty="0" smtClean="0"/>
          </a:p>
          <a:p>
            <a:endParaRPr lang="en-US" b="1" dirty="0"/>
          </a:p>
          <a:p>
            <a:r>
              <a:rPr lang="en-US" b="1" dirty="0" smtClean="0"/>
              <a:t>Effectors</a:t>
            </a:r>
          </a:p>
          <a:p>
            <a:endParaRPr lang="en-US" b="1" dirty="0"/>
          </a:p>
          <a:p>
            <a:r>
              <a:rPr lang="en-US" b="1" dirty="0" smtClean="0"/>
              <a:t>Actuators</a:t>
            </a:r>
          </a:p>
          <a:p>
            <a:endParaRPr lang="en-US" b="1" dirty="0"/>
          </a:p>
          <a:p>
            <a:r>
              <a:rPr lang="en-US" b="1" dirty="0" smtClean="0"/>
              <a:t>Controllers</a:t>
            </a:r>
          </a:p>
          <a:p>
            <a:endParaRPr lang="en-US" b="1" dirty="0"/>
          </a:p>
          <a:p>
            <a:r>
              <a:rPr lang="en-US" b="1" dirty="0" smtClean="0"/>
              <a:t>Arms</a:t>
            </a:r>
            <a:endParaRPr lang="en-US" b="1" dirty="0"/>
          </a:p>
        </p:txBody>
      </p:sp>
      <p:sp>
        <p:nvSpPr>
          <p:cNvPr id="12" name="Right Arrow 11"/>
          <p:cNvSpPr/>
          <p:nvPr/>
        </p:nvSpPr>
        <p:spPr>
          <a:xfrm>
            <a:off x="580618" y="4918659"/>
            <a:ext cx="1112949" cy="4572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7837" y="2162175"/>
            <a:ext cx="2905125" cy="157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0108" y="4569853"/>
            <a:ext cx="2660292" cy="1900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80653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Touch screen Robot controller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371600"/>
            <a:ext cx="2895600" cy="2895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000142"/>
            <a:ext cx="3577662" cy="177200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  <a:extLst/>
        </p:spPr>
      </p:pic>
    </p:spTree>
    <p:extLst>
      <p:ext uri="{BB962C8B-B14F-4D97-AF65-F5344CB8AC3E}">
        <p14:creationId xmlns:p14="http://schemas.microsoft.com/office/powerpoint/2010/main" val="74764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Sensor / Effector.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76400"/>
            <a:ext cx="4114800" cy="23125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0"/>
            <a:ext cx="3820063" cy="253079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28911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09728" indent="0">
              <a:buNone/>
            </a:pPr>
            <a:r>
              <a:rPr lang="en-US" sz="3200" b="1" dirty="0" smtClean="0"/>
              <a:t>The most common types of Robots are </a:t>
            </a:r>
          </a:p>
          <a:p>
            <a:pPr>
              <a:buFont typeface="Wingdings" pitchFamily="2" charset="2"/>
              <a:buChar char="Ø"/>
            </a:pPr>
            <a:r>
              <a:rPr lang="en-US" sz="3600" dirty="0" smtClean="0"/>
              <a:t> </a:t>
            </a:r>
            <a:r>
              <a:rPr lang="en-US" sz="2800" dirty="0" smtClean="0"/>
              <a:t>Mobile Robots.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Stationary Robots.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Autonomous Robots.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Remote-Controlled Robots.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 smtClean="0"/>
              <a:t> Virtual Robots.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accent1"/>
                </a:solidFill>
                <a:effectLst/>
                <a:latin typeface="Algerian" pitchFamily="82" charset="0"/>
              </a:rPr>
              <a:t>TYPES OF ROBOTS</a:t>
            </a:r>
            <a:endParaRPr lang="en-US" dirty="0">
              <a:solidFill>
                <a:schemeClr val="accent1"/>
              </a:solidFill>
              <a:effectLst/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92797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09728" indent="0">
              <a:buNone/>
            </a:pPr>
            <a:endParaRPr lang="en-US" dirty="0"/>
          </a:p>
          <a:p>
            <a:r>
              <a:rPr lang="en-US" sz="2000" dirty="0"/>
              <a:t>Some of the most notable applications of robotics include</a:t>
            </a:r>
            <a:r>
              <a:rPr lang="en-US" sz="2000" dirty="0" smtClean="0"/>
              <a:t>:</a:t>
            </a:r>
          </a:p>
          <a:p>
            <a:r>
              <a:rPr lang="en-US" sz="2000" dirty="0"/>
              <a:t> Manufacturing: Robotics is widely used in manufacturing to automate repetitive tasks, increase productivity and improve quality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 </a:t>
            </a:r>
            <a:r>
              <a:rPr lang="en-US" sz="2000" dirty="0"/>
              <a:t>Robots are used in assembly lines, welding, painting, and other manufacturing processes</a:t>
            </a:r>
            <a:r>
              <a:rPr lang="en-US" sz="2000" dirty="0" smtClean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sz="2200" dirty="0"/>
              <a:t>In material handling industries where finished products are prepared for distribution, robotics are used for </a:t>
            </a:r>
            <a:r>
              <a:rPr lang="en-US" sz="2200" b="1" u="sng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picking, sorting, packaging and palletizing of products</a:t>
            </a:r>
            <a:r>
              <a:rPr lang="en-US" sz="2200" b="1" u="sng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</a:p>
          <a:p>
            <a:r>
              <a:rPr lang="en-US" sz="2200" dirty="0" smtClean="0"/>
              <a:t> </a:t>
            </a:r>
            <a:r>
              <a:rPr lang="en-US" sz="2200" dirty="0"/>
              <a:t>Other industries that commonly use robotics include clinical laboratories, agriculture and education.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APPLICATIONS :-</a:t>
            </a:r>
            <a:endParaRPr lang="en-US" sz="40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gerian" pitchFamily="82" charset="0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242552"/>
            <a:ext cx="2705100" cy="1685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515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 visualize a time when we will be to robots what dogs are to humans, and I'm rooting for the machines.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26" b="16326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06322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www.brainyquote.com/topics/robots-quotes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www.slideshare.net/vundavallishreya/robotics-project-ppt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r>
              <a:rPr lang="en-US" dirty="0">
                <a:hlinkClick r:id="rId4"/>
              </a:rPr>
              <a:t>https://</a:t>
            </a:r>
            <a:r>
              <a:rPr lang="en-US" dirty="0" smtClean="0">
                <a:hlinkClick r:id="rId4"/>
              </a:rPr>
              <a:t>www.motoman.com/en-us/applications</a:t>
            </a:r>
            <a:r>
              <a:rPr lang="en-US" dirty="0" smtClean="0"/>
              <a:t>.</a:t>
            </a:r>
          </a:p>
          <a:p>
            <a:pPr>
              <a:buFont typeface="Wingdings" pitchFamily="2" charset="2"/>
              <a:buChar char="Ø"/>
            </a:pPr>
            <a:endParaRPr lang="en-US" dirty="0" smtClean="0"/>
          </a:p>
          <a:p>
            <a:pPr>
              <a:buFont typeface="Wingdings" pitchFamily="2" charset="2"/>
              <a:buChar char="Ø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1"/>
                </a:solidFill>
                <a:latin typeface="Algerian" pitchFamily="82" charset="0"/>
              </a:rPr>
              <a:t>REFERENCES:-</a:t>
            </a:r>
            <a:endParaRPr lang="en-US" dirty="0">
              <a:solidFill>
                <a:schemeClr val="accent1"/>
              </a:solidFill>
              <a:latin typeface="Algerian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925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2865</TotalTime>
  <Words>388</Words>
  <Application>Microsoft Office PowerPoint</Application>
  <PresentationFormat>On-screen Show (4:3)</PresentationFormat>
  <Paragraphs>75</Paragraphs>
  <Slides>15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Concourse</vt:lpstr>
      <vt:lpstr>RAMEEZA FATIMA ( 5744 )</vt:lpstr>
      <vt:lpstr>ROBOTICS:-</vt:lpstr>
      <vt:lpstr>Contents:-</vt:lpstr>
      <vt:lpstr>What is Robot..?</vt:lpstr>
      <vt:lpstr>WHAT IS ROBOTICS..?</vt:lpstr>
      <vt:lpstr>PowerPoint Presentation</vt:lpstr>
      <vt:lpstr>The Three Laws of Robotics:-</vt:lpstr>
      <vt:lpstr>The First Robot “UNIMATE”</vt:lpstr>
      <vt:lpstr>ROBOTICS TECHNOLOGY</vt:lpstr>
      <vt:lpstr>Touch screen Robot controller</vt:lpstr>
      <vt:lpstr>Sensor / Effector.</vt:lpstr>
      <vt:lpstr>TYPES OF ROBOTS</vt:lpstr>
      <vt:lpstr>APPLICATIONS :-</vt:lpstr>
      <vt:lpstr>I visualize a time when we will be to robots what dogs are to humans, and I'm rooting for the machines. </vt:lpstr>
      <vt:lpstr>REFERENCES:-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24</cp:revision>
  <dcterms:created xsi:type="dcterms:W3CDTF">2023-12-16T15:48:55Z</dcterms:created>
  <dcterms:modified xsi:type="dcterms:W3CDTF">2023-12-19T03:19:29Z</dcterms:modified>
</cp:coreProperties>
</file>